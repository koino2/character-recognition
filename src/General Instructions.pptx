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2D6"/>
    <a:srgbClr val="EC37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5" autoAdjust="0"/>
    <p:restoredTop sz="94660"/>
  </p:normalViewPr>
  <p:slideViewPr>
    <p:cSldViewPr snapToGrid="0">
      <p:cViewPr>
        <p:scale>
          <a:sx n="50" d="100"/>
          <a:sy n="50" d="100"/>
        </p:scale>
        <p:origin x="508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8454F-002F-4D12-85FD-D5BF089A347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ABF43-6BC3-455A-9B8C-FDBCBD1C3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18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ABF43-6BC3-455A-9B8C-FDBCBD1C3F3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58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9A30A-AF10-203B-C274-0C37BCAA4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74079-8C0A-AA01-87E5-D2AD789BB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C3DF3-3324-A9DB-1811-0B39B8F2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AE0F4-20FF-D279-5AC3-EDFC3F2A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D8E2C-8C4D-6B93-7F29-18024EB4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45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F398-CC4B-4933-49F2-3107B2CE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35F68-2D30-7B29-67D1-DFA49569A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4F31-0F74-C6D9-DB52-CF48FDB5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F7BBE-64E0-CCA1-010E-BE7C25C6E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9F372-87D6-71E0-7B92-89FF3C1A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07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D6FB-A480-ACC7-D26E-0E8B11DF4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FD3CE-C28D-2DFE-6081-19B4CFDFD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5E056-BB42-7C26-DD17-BF61C766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A2A87-6359-1057-0699-85B821CB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FB8FD-8FCF-7F84-EF67-A8FC3253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12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B46AA-1702-DB3E-FDE3-591079715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8E68B-4BBA-C07E-5A18-5D22EC039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36D34-DE49-021B-8777-A27E8BA9F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67985-90BE-13CB-4A5B-71636E58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33CD-275B-FC77-A512-DE6F0E34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3619F-6F84-18E2-068E-A108C3F1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77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48B18-91F1-46CF-5C1B-ADE61DB15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CB85D-65BF-D7F0-F537-C05AD5537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A04AB-6A18-A833-63D1-C67801D38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0A3D7D-99F3-EC39-978F-96BBA84FD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5CBC1-CD1C-7083-124B-F8EAD5B60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174546-9116-2A66-369F-9253D4FC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85D8BA-A66E-7CB7-42A5-53F291DC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6263D-D806-CDBF-A1A4-39FB46C7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78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12DF-634C-A057-D4F8-79D3FF7C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A02CB5-003E-5DF8-EEFD-EB4572B4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A22E3-3BEC-6269-D37D-F9CEB0AA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2E76E-7A13-773A-A336-4777192D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582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1E654-8DA0-5BEB-57D1-96CCC6136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3E913-2FE3-DD6D-5B4D-FB1FE9A54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46DA4-3B05-EB10-7769-8FA1D35A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86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51735-29FD-0DF5-8794-13A3BC0A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724F2-378C-F48B-28DB-66ECCFDF1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542AC-4DFE-CDB3-A641-CCC97FAE7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659F1-A8AA-362C-C346-1294084A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2969A-924D-80E1-F45C-4856AEB99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DF269-902E-9CCF-B265-00B43E5E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9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ADFF-B216-942D-50B3-18020674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7B121-7FEE-7B42-7122-DE696E035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1659D-CEA8-C95E-F103-BB6723051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36E95-9D73-60D7-B36E-B6B1C5AE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3217C-100E-0C8A-A00D-30D79CBF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615E9-BCF2-69EF-3162-D4E6C97F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93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6A633-7988-8641-378B-B5385FA6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6A770-D7F9-C832-B32D-B11BE6EA7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2FA4-7EDF-06C4-5AF4-116D1117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8F184-9E7E-C0C2-009B-F05B8452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E1013-0E3E-7B29-2209-FA1C4CE7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94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A694E3-C484-F58E-6633-04425A5F9A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660B0-6219-0C31-91AC-F945BB220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B366A-DD82-D512-3D5E-2D143383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68E8-EF58-97F5-863C-053ACBF64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62D89-20F3-598B-EE3F-8963F1AE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71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26EC9-C41C-A665-39C2-E33C27267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3F603-5569-4129-6455-CA11AB0B9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9CE24-5193-7A57-B8B1-FD003B2A9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E5AF3-D87E-4F83-9098-4B07D2CD908E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C3D77-DEF6-18BA-6375-4F1150B6D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69747-3E4C-9773-E7CE-4473DDCB3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EB767-DFF3-4722-B247-624616DCF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42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java.com/e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3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74B4-B5A3-D65F-49E7-62E2A4A1F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b="1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General Instructions</a:t>
            </a:r>
            <a:endParaRPr lang="en-IN" b="1" dirty="0">
              <a:solidFill>
                <a:schemeClr val="bg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78220-01DB-5B7C-840F-3DDE9D86DE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Handwritten Digit Recognition</a:t>
            </a:r>
          </a:p>
        </p:txBody>
      </p:sp>
      <p:pic>
        <p:nvPicPr>
          <p:cNvPr id="1034" name="Picture 10" descr="Chef Orpheus">
            <a:extLst>
              <a:ext uri="{FF2B5EF4-FFF2-40B4-BE49-F238E27FC236}">
                <a16:creationId xmlns:a16="http://schemas.microsoft.com/office/drawing/2014/main" id="{1030C43F-F1CA-7DDD-7EB8-AA4293AA7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4886" y="4135437"/>
            <a:ext cx="2722563" cy="272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735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1F831-A73E-3D46-4275-484348593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B2D0-0318-5A39-E362-130B400D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EC375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0.1. Installing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1ED12-3CA0-82FD-3129-FD96E5A20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57" y="1690689"/>
            <a:ext cx="10297886" cy="2500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 need to have java installed in order to run this.</a:t>
            </a:r>
          </a:p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Not sure if you have java?</a:t>
            </a:r>
          </a:p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Check if you have java installed by running the following command in the terminal: </a:t>
            </a:r>
            <a:r>
              <a:rPr lang="en-IN" sz="2400" dirty="0">
                <a:solidFill>
                  <a:schemeClr val="bg1"/>
                </a:solidFill>
                <a:highlight>
                  <a:srgbClr val="EC375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2400" b="1" dirty="0">
                <a:solidFill>
                  <a:schemeClr val="bg1"/>
                </a:solidFill>
                <a:highlight>
                  <a:srgbClr val="EC375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java –help </a:t>
            </a:r>
            <a:r>
              <a:rPr lang="en-IN" sz="24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and it should print the java help text if you have installed java.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56AD9196-252B-8EA3-7879-827266F9D24E}"/>
              </a:ext>
            </a:extLst>
          </p:cNvPr>
          <p:cNvSpPr/>
          <p:nvPr/>
        </p:nvSpPr>
        <p:spPr>
          <a:xfrm>
            <a:off x="1415143" y="4463142"/>
            <a:ext cx="9361714" cy="794657"/>
          </a:xfrm>
          <a:prstGeom prst="rect">
            <a:avLst/>
          </a:prstGeom>
          <a:solidFill>
            <a:srgbClr val="EC3750"/>
          </a:solidFill>
          <a:ln w="76200">
            <a:solidFill>
              <a:srgbClr val="EC3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 have java installed.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5344E28A-40FC-8672-90B1-19FC2982EFF0}"/>
              </a:ext>
            </a:extLst>
          </p:cNvPr>
          <p:cNvSpPr/>
          <p:nvPr/>
        </p:nvSpPr>
        <p:spPr>
          <a:xfrm>
            <a:off x="1415143" y="5529942"/>
            <a:ext cx="9361714" cy="794657"/>
          </a:xfrm>
          <a:prstGeom prst="rect">
            <a:avLst/>
          </a:prstGeom>
          <a:solidFill>
            <a:srgbClr val="EC3750"/>
          </a:solidFill>
          <a:ln w="76200">
            <a:solidFill>
              <a:srgbClr val="EC3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 do not have java installed.</a:t>
            </a:r>
          </a:p>
        </p:txBody>
      </p:sp>
      <p:pic>
        <p:nvPicPr>
          <p:cNvPr id="2054" name="Picture 6" descr="Click PNG para descargar gratis">
            <a:extLst>
              <a:ext uri="{FF2B5EF4-FFF2-40B4-BE49-F238E27FC236}">
                <a16:creationId xmlns:a16="http://schemas.microsoft.com/office/drawing/2014/main" id="{A98DD296-F578-FFB8-1AA7-8B5722BD9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312" y="4802187"/>
            <a:ext cx="1690688" cy="169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java programming language java logo 48332150 PNG">
            <a:extLst>
              <a:ext uri="{FF2B5EF4-FFF2-40B4-BE49-F238E27FC236}">
                <a16:creationId xmlns:a16="http://schemas.microsoft.com/office/drawing/2014/main" id="{2AC6B802-601A-2CCE-7BDD-B92D5FC50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432" y="220209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0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30331-CE70-762B-1248-EE1CA39C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E114-0A40-A73E-23D4-04BB398F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EC375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0.1. Installing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97315-003B-5F64-DB27-C4893246D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57" y="1690689"/>
            <a:ext cx="10297886" cy="2500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Bruh... You don’t have java? :skull:</a:t>
            </a:r>
          </a:p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Install java from </a:t>
            </a: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hlinkClick r:id="rId2"/>
              </a:rPr>
              <a:t>this website</a:t>
            </a: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 Just get the latest version. While installing, make sure to add it to the PATH in your system!</a:t>
            </a:r>
          </a:p>
        </p:txBody>
      </p:sp>
      <p:pic>
        <p:nvPicPr>
          <p:cNvPr id="2056" name="Picture 8" descr="java programming language java logo 48332150 PNG">
            <a:extLst>
              <a:ext uri="{FF2B5EF4-FFF2-40B4-BE49-F238E27FC236}">
                <a16:creationId xmlns:a16="http://schemas.microsoft.com/office/drawing/2014/main" id="{9EB6557F-19DC-8AEB-03F1-9AEEADB71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432" y="220209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Where are we?!">
            <a:extLst>
              <a:ext uri="{FF2B5EF4-FFF2-40B4-BE49-F238E27FC236}">
                <a16:creationId xmlns:a16="http://schemas.microsoft.com/office/drawing/2014/main" id="{98B21210-9F46-CB56-35C2-752EEE61F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213" y="3429000"/>
            <a:ext cx="2817019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613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9508D-7A18-8F4A-56D7-D2643598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EC375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1. Open Main.jar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8877F-C439-55B7-9CFB-D08C3811E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 .jar file is a compiled java executable.</a:t>
            </a:r>
          </a:p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Open the folder where Main.jar is located. Then right click and select “Open in Terminal”</a:t>
            </a:r>
          </a:p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Run </a:t>
            </a:r>
            <a:r>
              <a:rPr lang="en-IN" sz="2400" dirty="0">
                <a:solidFill>
                  <a:schemeClr val="bg1"/>
                </a:solidFill>
                <a:highlight>
                  <a:srgbClr val="EC375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java –jar Main.jar </a:t>
            </a:r>
            <a:r>
              <a:rPr lang="en-IN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and it should open.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FEBD37-A98A-0088-A3E5-32FF09012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86" y="3666410"/>
            <a:ext cx="3523446" cy="28264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BFDAEF-6041-2AA4-7A85-75BE0D9A1599}"/>
              </a:ext>
            </a:extLst>
          </p:cNvPr>
          <p:cNvSpPr txBox="1"/>
          <p:nvPr/>
        </p:nvSpPr>
        <p:spPr>
          <a:xfrm rot="21104946">
            <a:off x="4931798" y="3656290"/>
            <a:ext cx="395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&lt;--Something like this…</a:t>
            </a:r>
          </a:p>
        </p:txBody>
      </p:sp>
      <p:pic>
        <p:nvPicPr>
          <p:cNvPr id="2058" name="Picture 10" descr="Orpheus Skateboarding PCB">
            <a:extLst>
              <a:ext uri="{FF2B5EF4-FFF2-40B4-BE49-F238E27FC236}">
                <a16:creationId xmlns:a16="http://schemas.microsoft.com/office/drawing/2014/main" id="{59ADDF5E-C4B7-356A-29B8-43BF8CA60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4672" y="152003"/>
            <a:ext cx="1998358" cy="175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14389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14D82-CF56-B5C3-8D13-027997B8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AD97-7B93-2900-6BB7-4724387E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EC375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2. do stuff!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F1623-B60D-E147-D7F5-E737BE6E2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203700" cy="4913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Draw numbers on the black screen on the left side.</a:t>
            </a:r>
          </a:p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 you draw, the MLP will try to guess which number you’re drawing.</a:t>
            </a:r>
          </a:p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confidence values of each number is shown as bars on the right side.</a:t>
            </a:r>
          </a:p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Press the Reset button to erase the screen.</a:t>
            </a:r>
          </a:p>
        </p:txBody>
      </p:sp>
      <p:pic>
        <p:nvPicPr>
          <p:cNvPr id="2058" name="Picture 10" descr="Orpheus Skateboarding PCB">
            <a:extLst>
              <a:ext uri="{FF2B5EF4-FFF2-40B4-BE49-F238E27FC236}">
                <a16:creationId xmlns:a16="http://schemas.microsoft.com/office/drawing/2014/main" id="{1940BAE1-55FD-B6D2-BF29-940D46FFD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4672" y="152003"/>
            <a:ext cx="1998358" cy="175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727960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222</Words>
  <Application>Microsoft Office PowerPoint</Application>
  <PresentationFormat>Widescreen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MS PGothic</vt:lpstr>
      <vt:lpstr>Arial</vt:lpstr>
      <vt:lpstr>Calibri</vt:lpstr>
      <vt:lpstr>Calibri Light</vt:lpstr>
      <vt:lpstr>Cascadia Code</vt:lpstr>
      <vt:lpstr>Cascadia Mono SemiBold</vt:lpstr>
      <vt:lpstr>Office Theme</vt:lpstr>
      <vt:lpstr>General Instructions</vt:lpstr>
      <vt:lpstr>0.1. Installing Java</vt:lpstr>
      <vt:lpstr>0.1. Installing Java</vt:lpstr>
      <vt:lpstr>1. Open Main.jar</vt:lpstr>
      <vt:lpstr>2. do stuff!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tpshyne@outlook.com</dc:creator>
  <cp:lastModifiedBy>tpshyne@outlook.com</cp:lastModifiedBy>
  <cp:revision>1</cp:revision>
  <dcterms:created xsi:type="dcterms:W3CDTF">2026-04-28T08:59:19Z</dcterms:created>
  <dcterms:modified xsi:type="dcterms:W3CDTF">2026-04-28T10:47:43Z</dcterms:modified>
</cp:coreProperties>
</file>