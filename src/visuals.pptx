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F60B-E6D8-032E-C888-7E361AA6A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D6429-A482-FA56-7357-2311CBB49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DC518-C8FF-5734-F507-1E545EA14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4388F-F606-3EC3-DF18-C07ABFF4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66B9C-9C11-E4AF-64EC-2B048009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109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4FD0-A154-64B2-24A7-68227BA05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E8268-51C8-A590-E3AF-A14FE16E7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550E3-7506-3D5A-AF34-E2238AE0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3F4B3-9046-BE29-6FC0-ABA07C073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5EBF9-C07C-680C-9FAA-AD132B6C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958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1486-3111-6BDF-966C-BE8D1FF9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1C6F9-721E-EC72-4E97-5AD298ECA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99B1D-619E-64AB-D7DA-4381CE9D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EA9FA-92E7-62E0-3679-0277EC71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1A23F-63E5-AE7D-5B1D-B49083E2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97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A6DD-2BC2-8711-259F-F35612B3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D1FEB-77BD-EA59-061E-78B0517A8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A0216-405F-7B1E-3CD6-85611AB19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0531B-C842-2C62-C1DA-51840AE5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47D8D-19C1-9694-B208-7F39A269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FD052-D118-40E4-F0FC-673769D8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19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9B670-BF7E-3C58-3815-411DACAC1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EB319-3091-B7F9-3E83-76498A49A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652A5-84AB-D8F1-762D-60C511037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972C8F-F474-4ADF-DAC5-F386107BF1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F6D83-F031-D5C3-10BE-CE33D5E8D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8C9F4-295C-585E-7BAE-12664CCD5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3CF20-9504-7866-3FA7-0FA8EDE5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AF1A4-2DC2-A829-E859-33DD0B84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7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BCCD-D2DA-FEA0-9085-581A1137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C87DA-241C-1607-273F-2231CB11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340DE-416E-B217-4AE0-79166447B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F072F-310D-6CB5-5999-D2C825CD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56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D728D-725A-53CF-E531-9F907701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1BB6A-07F6-1CC0-1347-8772C0A14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15F10-7CF5-2EF1-DC6B-C340779F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37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B28B-F388-501E-5D05-338A48574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DA11-2531-EAF2-C5B5-B0249A7D7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496D7-C7CB-8911-D73B-895189D5F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E4F95-D7B3-1D28-8657-043F39FE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D13F1-961C-D361-F1A5-0D0DC2A1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AA0D8-30F7-4873-949E-619A73D7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23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5603-50C8-3064-A638-D71B411E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324DAD-C2D0-2F89-6E70-5AC495955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546D7-FD32-3DFD-A061-8F4FF166F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E662-A70F-87E2-9F1A-8F909FEA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47642-C76A-0FCC-DB0F-98A17058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4D439-7C4C-78D3-98F7-B2D037CC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03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E7B6-9446-B2FB-A7C4-E357556F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85B79-8D15-2227-B2C4-C3EA53431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DAA4F-A513-9392-284C-F0DE5F99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2CB04-3665-4E92-A227-D3B5258E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99BC9-0621-9D82-CA76-863FEDBC6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386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7CA9-D85C-F77A-A287-0B778BDC8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47BB5-2298-204E-50B5-9C6701E70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DAEE0-E1B3-8A29-A3CA-8B587374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C69A2-39DF-8271-5BF1-C99A306C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59AB2-3436-B24C-344E-8E02025C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08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800D8A-F115-992D-7845-26187532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1E170-B945-A303-F83E-FE2D06FD7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D6088-372F-B685-2E4E-CD7C92911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6EF2F-CA40-4C0E-B5A8-100BA613AFF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EF936-1789-83B8-223E-5B957521D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EC872-5FAA-7EBC-F1EE-3AF6946E3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89621-B5C9-4D89-8567-FB2162B08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08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03D922A-9BF3-91E2-0D56-BACB437616B8}"/>
              </a:ext>
            </a:extLst>
          </p:cNvPr>
          <p:cNvSpPr/>
          <p:nvPr/>
        </p:nvSpPr>
        <p:spPr>
          <a:xfrm>
            <a:off x="1629230" y="109836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DEA613-B233-904E-6CC7-5470B3C1D6D7}"/>
              </a:ext>
            </a:extLst>
          </p:cNvPr>
          <p:cNvSpPr txBox="1"/>
          <p:nvPr/>
        </p:nvSpPr>
        <p:spPr>
          <a:xfrm>
            <a:off x="344714" y="5569511"/>
            <a:ext cx="3243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784 Input Neurons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DB0E3F-A511-CF5F-EAB3-24A07C53411D}"/>
              </a:ext>
            </a:extLst>
          </p:cNvPr>
          <p:cNvSpPr/>
          <p:nvPr/>
        </p:nvSpPr>
        <p:spPr>
          <a:xfrm>
            <a:off x="1629230" y="876789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4F41D3A-3E4C-BD2A-FDA6-FB707CBD5179}"/>
              </a:ext>
            </a:extLst>
          </p:cNvPr>
          <p:cNvSpPr/>
          <p:nvPr/>
        </p:nvSpPr>
        <p:spPr>
          <a:xfrm>
            <a:off x="1618344" y="1643742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C8EEF0-AF99-44ED-428E-7655342C7D4B}"/>
              </a:ext>
            </a:extLst>
          </p:cNvPr>
          <p:cNvSpPr/>
          <p:nvPr/>
        </p:nvSpPr>
        <p:spPr>
          <a:xfrm>
            <a:off x="1618344" y="2410695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72C5365-9E51-A3DA-9AEC-8174BF4F2BE8}"/>
              </a:ext>
            </a:extLst>
          </p:cNvPr>
          <p:cNvSpPr/>
          <p:nvPr/>
        </p:nvSpPr>
        <p:spPr>
          <a:xfrm>
            <a:off x="1629230" y="3177648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F8C076-17C6-021D-642C-C80BA5CCB3B9}"/>
              </a:ext>
            </a:extLst>
          </p:cNvPr>
          <p:cNvSpPr/>
          <p:nvPr/>
        </p:nvSpPr>
        <p:spPr>
          <a:xfrm>
            <a:off x="1629230" y="3944601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EC96D3-A4D2-C908-DF8A-A16CE87F351D}"/>
              </a:ext>
            </a:extLst>
          </p:cNvPr>
          <p:cNvSpPr txBox="1"/>
          <p:nvPr/>
        </p:nvSpPr>
        <p:spPr>
          <a:xfrm rot="5400000">
            <a:off x="1139372" y="5123761"/>
            <a:ext cx="202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4D37CC6-5664-8DDD-A70F-3E527FD29A16}"/>
              </a:ext>
            </a:extLst>
          </p:cNvPr>
          <p:cNvSpPr/>
          <p:nvPr/>
        </p:nvSpPr>
        <p:spPr>
          <a:xfrm>
            <a:off x="5776686" y="972257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C7B72D-7726-C3AB-FA56-B2B406D3DBA1}"/>
              </a:ext>
            </a:extLst>
          </p:cNvPr>
          <p:cNvSpPr/>
          <p:nvPr/>
        </p:nvSpPr>
        <p:spPr>
          <a:xfrm>
            <a:off x="5776686" y="1739210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60335D8-2EC8-953F-2806-075A06646E16}"/>
              </a:ext>
            </a:extLst>
          </p:cNvPr>
          <p:cNvSpPr/>
          <p:nvPr/>
        </p:nvSpPr>
        <p:spPr>
          <a:xfrm>
            <a:off x="5765800" y="2506163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8BE9C9B-4136-5AC8-15D9-BB9F9303F95F}"/>
              </a:ext>
            </a:extLst>
          </p:cNvPr>
          <p:cNvSpPr/>
          <p:nvPr/>
        </p:nvSpPr>
        <p:spPr>
          <a:xfrm>
            <a:off x="5765800" y="3273116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F169F9-FA3E-23A6-9712-88F3CFACEE7A}"/>
              </a:ext>
            </a:extLst>
          </p:cNvPr>
          <p:cNvSpPr txBox="1"/>
          <p:nvPr/>
        </p:nvSpPr>
        <p:spPr>
          <a:xfrm>
            <a:off x="4492170" y="5569510"/>
            <a:ext cx="3243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64 Hidden Neurons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A9C28E-BAC8-7F15-AFC6-592BEDFF6219}"/>
              </a:ext>
            </a:extLst>
          </p:cNvPr>
          <p:cNvSpPr txBox="1"/>
          <p:nvPr/>
        </p:nvSpPr>
        <p:spPr>
          <a:xfrm rot="5400000">
            <a:off x="5286828" y="5102882"/>
            <a:ext cx="202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EFA6B18-AF9E-FF27-91F3-DBA854D1E2F9}"/>
              </a:ext>
            </a:extLst>
          </p:cNvPr>
          <p:cNvCxnSpPr>
            <a:stCxn id="4" idx="6"/>
            <a:endCxn id="22" idx="2"/>
          </p:cNvCxnSpPr>
          <p:nvPr/>
        </p:nvCxnSpPr>
        <p:spPr>
          <a:xfrm>
            <a:off x="2162630" y="376536"/>
            <a:ext cx="3614056" cy="862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0460447-DE06-64CD-281B-778BEBDBB810}"/>
              </a:ext>
            </a:extLst>
          </p:cNvPr>
          <p:cNvCxnSpPr>
            <a:cxnSpLocks/>
            <a:stCxn id="4" idx="6"/>
            <a:endCxn id="23" idx="2"/>
          </p:cNvCxnSpPr>
          <p:nvPr/>
        </p:nvCxnSpPr>
        <p:spPr>
          <a:xfrm>
            <a:off x="2162630" y="376536"/>
            <a:ext cx="3614056" cy="162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FFBA4EC-C15E-973F-459E-B4D7BF1F5035}"/>
              </a:ext>
            </a:extLst>
          </p:cNvPr>
          <p:cNvCxnSpPr>
            <a:cxnSpLocks/>
            <a:stCxn id="4" idx="6"/>
            <a:endCxn id="24" idx="2"/>
          </p:cNvCxnSpPr>
          <p:nvPr/>
        </p:nvCxnSpPr>
        <p:spPr>
          <a:xfrm>
            <a:off x="2162630" y="376536"/>
            <a:ext cx="3603170" cy="2396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88B733D-AAD6-E84A-72FF-ACABD2A7454E}"/>
              </a:ext>
            </a:extLst>
          </p:cNvPr>
          <p:cNvCxnSpPr>
            <a:cxnSpLocks/>
            <a:stCxn id="4" idx="6"/>
            <a:endCxn id="25" idx="2"/>
          </p:cNvCxnSpPr>
          <p:nvPr/>
        </p:nvCxnSpPr>
        <p:spPr>
          <a:xfrm>
            <a:off x="2162630" y="376536"/>
            <a:ext cx="3603170" cy="3163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E331D2D-C421-F089-B3EA-64086E45591B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2162630" y="1143489"/>
            <a:ext cx="3614056" cy="9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2CBF586-49C6-A06A-1134-F8AB29D0D265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2162630" y="1143489"/>
            <a:ext cx="3614056" cy="863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435F6F6-C788-8F43-D518-BFB0C4771E5C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2162630" y="1143489"/>
            <a:ext cx="3603170" cy="1630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62F9CB5-EDA9-B6E6-AB80-3ECBAF57689C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2162630" y="1143489"/>
            <a:ext cx="3603170" cy="239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3383186-C88F-E8C0-FB2D-088F60915A37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2151744" y="1259836"/>
            <a:ext cx="3624942" cy="65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32094B8-43D5-D731-251A-7816A159060A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2151744" y="1910442"/>
            <a:ext cx="3624942" cy="116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04A53C7-232E-3CF2-C0E8-BEF9D279DC3B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2151744" y="1910442"/>
            <a:ext cx="3614056" cy="883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2538BBA-8959-4AA1-DB2F-B0A17BCFBAE3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2151744" y="1910442"/>
            <a:ext cx="3614056" cy="1650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69C3D21-8AE8-7C2A-3179-BF4A547F8DAC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2151744" y="1258034"/>
            <a:ext cx="3614056" cy="1419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7E1B2DA-230B-1739-1299-6D46CAF2BCA8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2151744" y="2024987"/>
            <a:ext cx="3614056" cy="652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6F52267-3816-4F4B-069F-C6A61299E4A5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2151744" y="2677395"/>
            <a:ext cx="3603170" cy="114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C9F3C9E-ED2E-505F-D111-73503B712768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2151744" y="2677395"/>
            <a:ext cx="3603170" cy="88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1108BF7-89CA-3405-447D-886E9990746C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2162630" y="1258034"/>
            <a:ext cx="3614056" cy="2186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B5F01DD-73E4-8CED-B050-A91105FC2EAA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2162630" y="2024987"/>
            <a:ext cx="3614056" cy="1419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2689417-0622-8F51-921B-9474DB0B88FA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2162630" y="2791940"/>
            <a:ext cx="3603170" cy="652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030ABE4-665F-036C-B6E0-BD7C41E3F72E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162630" y="3444348"/>
            <a:ext cx="3603170" cy="114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7B879FF6-3486-A2A9-4A60-FD12C8AF96FD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2162630" y="1245678"/>
            <a:ext cx="3592284" cy="2965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AAE3957-A994-57BD-7FB0-9E12F88468DA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2162630" y="2012631"/>
            <a:ext cx="3592284" cy="219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E570BEDC-9BD2-7FEA-73E4-59A4C2E8544B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2162630" y="2779584"/>
            <a:ext cx="3581398" cy="1431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4B5A8EF-EC69-DFA1-6E2E-87FABB6DA15B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2162630" y="3546537"/>
            <a:ext cx="3581398" cy="66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0050A28-2494-99CB-A15E-E818E48231F5}"/>
              </a:ext>
            </a:extLst>
          </p:cNvPr>
          <p:cNvCxnSpPr>
            <a:cxnSpLocks/>
            <a:stCxn id="352" idx="2"/>
          </p:cNvCxnSpPr>
          <p:nvPr/>
        </p:nvCxnSpPr>
        <p:spPr>
          <a:xfrm flipH="1" flipV="1">
            <a:off x="6310086" y="3582434"/>
            <a:ext cx="3657600" cy="628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F1BFF345-3745-3F69-7F4E-A26F66CBD912}"/>
              </a:ext>
            </a:extLst>
          </p:cNvPr>
          <p:cNvCxnSpPr>
            <a:cxnSpLocks/>
            <a:stCxn id="352" idx="2"/>
          </p:cNvCxnSpPr>
          <p:nvPr/>
        </p:nvCxnSpPr>
        <p:spPr>
          <a:xfrm flipH="1" flipV="1">
            <a:off x="6310086" y="2815480"/>
            <a:ext cx="3657600" cy="1395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F7A886E2-AD9D-A697-3431-BF8F981378BD}"/>
              </a:ext>
            </a:extLst>
          </p:cNvPr>
          <p:cNvCxnSpPr>
            <a:cxnSpLocks/>
            <a:stCxn id="352" idx="2"/>
          </p:cNvCxnSpPr>
          <p:nvPr/>
        </p:nvCxnSpPr>
        <p:spPr>
          <a:xfrm flipH="1" flipV="1">
            <a:off x="6320972" y="2048528"/>
            <a:ext cx="3646714" cy="2162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20ECFC18-248D-69A0-0EA4-AF9B6045469E}"/>
              </a:ext>
            </a:extLst>
          </p:cNvPr>
          <p:cNvCxnSpPr>
            <a:cxnSpLocks/>
            <a:stCxn id="352" idx="2"/>
          </p:cNvCxnSpPr>
          <p:nvPr/>
        </p:nvCxnSpPr>
        <p:spPr>
          <a:xfrm flipH="1" flipV="1">
            <a:off x="6320972" y="1281574"/>
            <a:ext cx="3646714" cy="2929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D46AFD1C-3EAD-192C-F9A5-47D209B8E9C3}"/>
              </a:ext>
            </a:extLst>
          </p:cNvPr>
          <p:cNvCxnSpPr>
            <a:cxnSpLocks/>
            <a:stCxn id="351" idx="2"/>
          </p:cNvCxnSpPr>
          <p:nvPr/>
        </p:nvCxnSpPr>
        <p:spPr>
          <a:xfrm flipH="1">
            <a:off x="6310086" y="3444348"/>
            <a:ext cx="3657600" cy="137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B63518E-7A5B-BA99-B486-E9CBBD7B6CA8}"/>
              </a:ext>
            </a:extLst>
          </p:cNvPr>
          <p:cNvCxnSpPr>
            <a:cxnSpLocks/>
            <a:stCxn id="351" idx="2"/>
          </p:cNvCxnSpPr>
          <p:nvPr/>
        </p:nvCxnSpPr>
        <p:spPr>
          <a:xfrm flipH="1" flipV="1">
            <a:off x="6310086" y="2814463"/>
            <a:ext cx="3657600" cy="629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84087602-75E8-06B4-CCB9-D9C31466C3BD}"/>
              </a:ext>
            </a:extLst>
          </p:cNvPr>
          <p:cNvCxnSpPr>
            <a:cxnSpLocks/>
            <a:stCxn id="351" idx="2"/>
          </p:cNvCxnSpPr>
          <p:nvPr/>
        </p:nvCxnSpPr>
        <p:spPr>
          <a:xfrm flipH="1" flipV="1">
            <a:off x="6320972" y="2047509"/>
            <a:ext cx="3646714" cy="1396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E9434468-B74C-2501-549E-BD11C0C86E65}"/>
              </a:ext>
            </a:extLst>
          </p:cNvPr>
          <p:cNvCxnSpPr>
            <a:cxnSpLocks/>
            <a:stCxn id="351" idx="2"/>
          </p:cNvCxnSpPr>
          <p:nvPr/>
        </p:nvCxnSpPr>
        <p:spPr>
          <a:xfrm flipH="1" flipV="1">
            <a:off x="6320972" y="1280557"/>
            <a:ext cx="3646714" cy="2163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326E5612-8BAB-CA45-8185-E030C88269F3}"/>
              </a:ext>
            </a:extLst>
          </p:cNvPr>
          <p:cNvCxnSpPr>
            <a:cxnSpLocks/>
            <a:stCxn id="350" idx="2"/>
          </p:cNvCxnSpPr>
          <p:nvPr/>
        </p:nvCxnSpPr>
        <p:spPr>
          <a:xfrm flipH="1">
            <a:off x="6310086" y="2677395"/>
            <a:ext cx="3646714" cy="884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A8F06D41-54E8-B014-BECF-B3A8B060FB95}"/>
              </a:ext>
            </a:extLst>
          </p:cNvPr>
          <p:cNvCxnSpPr>
            <a:cxnSpLocks/>
            <a:stCxn id="350" idx="2"/>
          </p:cNvCxnSpPr>
          <p:nvPr/>
        </p:nvCxnSpPr>
        <p:spPr>
          <a:xfrm flipH="1">
            <a:off x="6310086" y="2677395"/>
            <a:ext cx="3646714" cy="117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15B80038-8B2F-7BB5-D760-556FAB808154}"/>
              </a:ext>
            </a:extLst>
          </p:cNvPr>
          <p:cNvCxnSpPr>
            <a:cxnSpLocks/>
            <a:stCxn id="350" idx="2"/>
          </p:cNvCxnSpPr>
          <p:nvPr/>
        </p:nvCxnSpPr>
        <p:spPr>
          <a:xfrm flipH="1" flipV="1">
            <a:off x="6320972" y="2027648"/>
            <a:ext cx="3635828" cy="649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DB6220D7-FCEA-D696-21E7-0D1AED839651}"/>
              </a:ext>
            </a:extLst>
          </p:cNvPr>
          <p:cNvCxnSpPr>
            <a:cxnSpLocks/>
            <a:stCxn id="350" idx="2"/>
          </p:cNvCxnSpPr>
          <p:nvPr/>
        </p:nvCxnSpPr>
        <p:spPr>
          <a:xfrm flipH="1" flipV="1">
            <a:off x="6320972" y="1260696"/>
            <a:ext cx="3635828" cy="1416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A1425AAC-3862-5F45-4B60-6E4BA4DB248F}"/>
              </a:ext>
            </a:extLst>
          </p:cNvPr>
          <p:cNvCxnSpPr>
            <a:cxnSpLocks/>
            <a:stCxn id="349" idx="2"/>
          </p:cNvCxnSpPr>
          <p:nvPr/>
        </p:nvCxnSpPr>
        <p:spPr>
          <a:xfrm flipH="1">
            <a:off x="6320972" y="1910442"/>
            <a:ext cx="3635828" cy="1652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C133EDAB-F7F7-D48D-531B-E92ADF7E2CDF}"/>
              </a:ext>
            </a:extLst>
          </p:cNvPr>
          <p:cNvCxnSpPr>
            <a:cxnSpLocks/>
            <a:stCxn id="349" idx="2"/>
          </p:cNvCxnSpPr>
          <p:nvPr/>
        </p:nvCxnSpPr>
        <p:spPr>
          <a:xfrm flipH="1">
            <a:off x="6320972" y="1910442"/>
            <a:ext cx="3635828" cy="885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73ED0FD-9841-2931-E71A-CBCB0671BAA6}"/>
              </a:ext>
            </a:extLst>
          </p:cNvPr>
          <p:cNvCxnSpPr>
            <a:cxnSpLocks/>
            <a:stCxn id="349" idx="2"/>
          </p:cNvCxnSpPr>
          <p:nvPr/>
        </p:nvCxnSpPr>
        <p:spPr>
          <a:xfrm flipH="1">
            <a:off x="6331858" y="1910442"/>
            <a:ext cx="3624942" cy="119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0DF7BD4F-617D-E7F8-CF36-E9BCC6CB5B48}"/>
              </a:ext>
            </a:extLst>
          </p:cNvPr>
          <p:cNvCxnSpPr>
            <a:cxnSpLocks/>
            <a:stCxn id="349" idx="2"/>
          </p:cNvCxnSpPr>
          <p:nvPr/>
        </p:nvCxnSpPr>
        <p:spPr>
          <a:xfrm flipH="1" flipV="1">
            <a:off x="6331858" y="1262497"/>
            <a:ext cx="3624942" cy="647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7D274A7-4326-B324-954D-49D490248735}"/>
              </a:ext>
            </a:extLst>
          </p:cNvPr>
          <p:cNvCxnSpPr>
            <a:cxnSpLocks/>
            <a:stCxn id="348" idx="2"/>
          </p:cNvCxnSpPr>
          <p:nvPr/>
        </p:nvCxnSpPr>
        <p:spPr>
          <a:xfrm flipH="1">
            <a:off x="6310086" y="1143489"/>
            <a:ext cx="3657600" cy="2419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BBDB8F08-289A-EBC0-AC32-E49EA9AC4634}"/>
              </a:ext>
            </a:extLst>
          </p:cNvPr>
          <p:cNvCxnSpPr>
            <a:cxnSpLocks/>
            <a:stCxn id="348" idx="2"/>
          </p:cNvCxnSpPr>
          <p:nvPr/>
        </p:nvCxnSpPr>
        <p:spPr>
          <a:xfrm flipH="1">
            <a:off x="6310086" y="1143489"/>
            <a:ext cx="3657600" cy="1652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BF5BEA10-DCB9-3F49-8111-FB3EAAFBADC6}"/>
              </a:ext>
            </a:extLst>
          </p:cNvPr>
          <p:cNvCxnSpPr>
            <a:cxnSpLocks/>
            <a:stCxn id="348" idx="2"/>
          </p:cNvCxnSpPr>
          <p:nvPr/>
        </p:nvCxnSpPr>
        <p:spPr>
          <a:xfrm flipH="1">
            <a:off x="6320972" y="1143489"/>
            <a:ext cx="3646714" cy="885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FD93FCF6-9F6B-359A-5FBD-3EFB62103708}"/>
              </a:ext>
            </a:extLst>
          </p:cNvPr>
          <p:cNvCxnSpPr>
            <a:cxnSpLocks/>
            <a:stCxn id="348" idx="2"/>
          </p:cNvCxnSpPr>
          <p:nvPr/>
        </p:nvCxnSpPr>
        <p:spPr>
          <a:xfrm flipH="1">
            <a:off x="6320972" y="1143489"/>
            <a:ext cx="3646714" cy="119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5988DBB7-7E63-EA65-469A-DEDF5FDCD16C}"/>
              </a:ext>
            </a:extLst>
          </p:cNvPr>
          <p:cNvCxnSpPr>
            <a:cxnSpLocks/>
            <a:stCxn id="347" idx="2"/>
          </p:cNvCxnSpPr>
          <p:nvPr/>
        </p:nvCxnSpPr>
        <p:spPr>
          <a:xfrm flipH="1">
            <a:off x="6331858" y="376536"/>
            <a:ext cx="3635828" cy="3199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A6D41F35-00F6-46BC-9C07-388F63045951}"/>
              </a:ext>
            </a:extLst>
          </p:cNvPr>
          <p:cNvCxnSpPr>
            <a:cxnSpLocks/>
            <a:stCxn id="347" idx="2"/>
          </p:cNvCxnSpPr>
          <p:nvPr/>
        </p:nvCxnSpPr>
        <p:spPr>
          <a:xfrm flipH="1">
            <a:off x="6331858" y="376536"/>
            <a:ext cx="3635828" cy="2432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02B305FE-D876-43C6-17CE-E4C204DD6937}"/>
              </a:ext>
            </a:extLst>
          </p:cNvPr>
          <p:cNvCxnSpPr>
            <a:cxnSpLocks/>
            <a:stCxn id="347" idx="2"/>
          </p:cNvCxnSpPr>
          <p:nvPr/>
        </p:nvCxnSpPr>
        <p:spPr>
          <a:xfrm flipH="1">
            <a:off x="6342744" y="376536"/>
            <a:ext cx="3624942" cy="1665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9B4772C6-7FC0-FFBD-89C1-E0DF1F36EBAC}"/>
              </a:ext>
            </a:extLst>
          </p:cNvPr>
          <p:cNvCxnSpPr>
            <a:cxnSpLocks/>
            <a:stCxn id="347" idx="2"/>
          </p:cNvCxnSpPr>
          <p:nvPr/>
        </p:nvCxnSpPr>
        <p:spPr>
          <a:xfrm flipH="1">
            <a:off x="6342744" y="376536"/>
            <a:ext cx="3624942" cy="898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Oval 346">
            <a:extLst>
              <a:ext uri="{FF2B5EF4-FFF2-40B4-BE49-F238E27FC236}">
                <a16:creationId xmlns:a16="http://schemas.microsoft.com/office/drawing/2014/main" id="{5EED55F2-2465-8DEF-4B80-4F23A1E11C47}"/>
              </a:ext>
            </a:extLst>
          </p:cNvPr>
          <p:cNvSpPr/>
          <p:nvPr/>
        </p:nvSpPr>
        <p:spPr>
          <a:xfrm>
            <a:off x="9967686" y="109836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B9F64815-A028-30AF-9132-99DF0DAF6171}"/>
              </a:ext>
            </a:extLst>
          </p:cNvPr>
          <p:cNvSpPr/>
          <p:nvPr/>
        </p:nvSpPr>
        <p:spPr>
          <a:xfrm>
            <a:off x="9967686" y="876789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DDB5309D-36FE-D0D7-F0CE-DF9916E7410C}"/>
              </a:ext>
            </a:extLst>
          </p:cNvPr>
          <p:cNvSpPr/>
          <p:nvPr/>
        </p:nvSpPr>
        <p:spPr>
          <a:xfrm>
            <a:off x="9956800" y="1643742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31459F1C-13D9-7F5D-6832-C25C737D8483}"/>
              </a:ext>
            </a:extLst>
          </p:cNvPr>
          <p:cNvSpPr/>
          <p:nvPr/>
        </p:nvSpPr>
        <p:spPr>
          <a:xfrm>
            <a:off x="9956800" y="2410695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F3C9561F-6B1B-40C1-5DF2-7132677BEF3D}"/>
              </a:ext>
            </a:extLst>
          </p:cNvPr>
          <p:cNvSpPr/>
          <p:nvPr/>
        </p:nvSpPr>
        <p:spPr>
          <a:xfrm>
            <a:off x="9967686" y="3177648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84A26F6D-C8BD-F0EA-A969-EDD8CFA0BC87}"/>
              </a:ext>
            </a:extLst>
          </p:cNvPr>
          <p:cNvSpPr/>
          <p:nvPr/>
        </p:nvSpPr>
        <p:spPr>
          <a:xfrm>
            <a:off x="9967686" y="3944601"/>
            <a:ext cx="533400" cy="53340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0.0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3757FC25-93C2-D67A-CC28-4854BD84E87D}"/>
              </a:ext>
            </a:extLst>
          </p:cNvPr>
          <p:cNvSpPr txBox="1"/>
          <p:nvPr/>
        </p:nvSpPr>
        <p:spPr>
          <a:xfrm>
            <a:off x="8630190" y="5569510"/>
            <a:ext cx="3243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10 Output Neurons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9102B782-7DA6-9CDA-6395-6930AA38AB45}"/>
              </a:ext>
            </a:extLst>
          </p:cNvPr>
          <p:cNvSpPr txBox="1"/>
          <p:nvPr/>
        </p:nvSpPr>
        <p:spPr>
          <a:xfrm rot="5400000">
            <a:off x="9434284" y="5102881"/>
            <a:ext cx="202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CE687134-FDFF-36A6-94A9-4E36010C9A53}"/>
              </a:ext>
            </a:extLst>
          </p:cNvPr>
          <p:cNvSpPr txBox="1"/>
          <p:nvPr/>
        </p:nvSpPr>
        <p:spPr>
          <a:xfrm>
            <a:off x="344714" y="6024261"/>
            <a:ext cx="324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This corresponds to the pixel values of the input image (28*28 = 784).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705F11B5-0107-E216-AAF3-629FAA8FAEF5}"/>
              </a:ext>
            </a:extLst>
          </p:cNvPr>
          <p:cNvSpPr txBox="1"/>
          <p:nvPr/>
        </p:nvSpPr>
        <p:spPr>
          <a:xfrm>
            <a:off x="4530275" y="6023597"/>
            <a:ext cx="324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These hidden layers help the network ‘think’. Here there’s only one hidden layer of 64 neurons.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190C2DF4-9085-EFBD-F90F-2C1973EF0294}"/>
              </a:ext>
            </a:extLst>
          </p:cNvPr>
          <p:cNvSpPr txBox="1"/>
          <p:nvPr/>
        </p:nvSpPr>
        <p:spPr>
          <a:xfrm>
            <a:off x="8601529" y="5948968"/>
            <a:ext cx="3243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These show the confidence values for each of the 10 numbers. The one with the highest activation is chosen as the result of the MLP </a:t>
            </a:r>
          </a:p>
        </p:txBody>
      </p:sp>
    </p:spTree>
    <p:extLst>
      <p:ext uri="{BB962C8B-B14F-4D97-AF65-F5344CB8AC3E}">
        <p14:creationId xmlns:p14="http://schemas.microsoft.com/office/powerpoint/2010/main" val="3732452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Cascadia Code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tpshyne@outlook.com</dc:creator>
  <cp:lastModifiedBy>tpshyne@outlook.com</cp:lastModifiedBy>
  <cp:revision>2</cp:revision>
  <dcterms:created xsi:type="dcterms:W3CDTF">2026-04-28T12:07:53Z</dcterms:created>
  <dcterms:modified xsi:type="dcterms:W3CDTF">2026-04-28T14:23:01Z</dcterms:modified>
</cp:coreProperties>
</file>